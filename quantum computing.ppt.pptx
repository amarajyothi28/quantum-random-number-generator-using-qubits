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3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6" Type="http://schemas.openxmlformats.org/officeDocument/2006/relationships/tableStyles" Target="tableStyles.xml"/>  <Relationship Id="rId15" Type="http://schemas.openxmlformats.org/officeDocument/2006/relationships/theme" Target="theme/theme1.xml"/>  <Relationship Id="rId14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3007" y="0"/>
            <a:ext cx="12139635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4358" y="0"/>
            <a:ext cx="1211693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47089"/>
            <a:ext cx="12185650" cy="675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85127"/>
            <a:ext cx="12185650" cy="648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528" y="0"/>
            <a:ext cx="1216659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02595" y="0"/>
            <a:ext cx="1198045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82887"/>
            <a:ext cx="12185650" cy="668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825"/>
            <a:ext cx="12185650" cy="685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46193" y="0"/>
            <a:ext cx="11693264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56758" y="0"/>
            <a:ext cx="1187213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1957" y="0"/>
            <a:ext cx="12041735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